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118" y="300445"/>
            <a:ext cx="7766936" cy="2155372"/>
          </a:xfrm>
        </p:spPr>
        <p:txBody>
          <a:bodyPr/>
          <a:lstStyle/>
          <a:p>
            <a:pPr algn="ctr"/>
            <a:r>
              <a:rPr lang="en-US" sz="4000" b="1" dirty="0" smtClean="0"/>
              <a:t>Presentation Script:</a:t>
            </a:r>
            <a:br>
              <a:rPr lang="en-US" sz="4000" b="1" dirty="0" smtClean="0"/>
            </a:br>
            <a:r>
              <a:rPr lang="en-US" sz="4000" b="1" u="sng" dirty="0" smtClean="0"/>
              <a:t>Top </a:t>
            </a:r>
            <a:r>
              <a:rPr lang="en-US" sz="4000" b="1" u="sng" dirty="0"/>
              <a:t>Techno IT Solutions</a:t>
            </a:r>
            <a:r>
              <a:rPr lang="en-US" sz="4000" b="1" dirty="0"/>
              <a:t/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2455817"/>
            <a:ext cx="7766936" cy="3422469"/>
          </a:xfrm>
        </p:spPr>
        <p:txBody>
          <a:bodyPr>
            <a:normAutofit fontScale="40000" lnSpcReduction="20000"/>
          </a:bodyPr>
          <a:lstStyle/>
          <a:p>
            <a:pPr algn="ctr"/>
            <a:r>
              <a:rPr lang="en-US" sz="7000" b="1" dirty="0" smtClean="0"/>
              <a:t>E-Commerce Website</a:t>
            </a:r>
          </a:p>
          <a:p>
            <a:pPr algn="ctr"/>
            <a:endParaRPr lang="en-US" sz="5800" b="1" dirty="0" smtClean="0"/>
          </a:p>
          <a:p>
            <a:pPr algn="l"/>
            <a:r>
              <a:rPr lang="en-US" sz="4400" b="1" dirty="0" smtClean="0">
                <a:latin typeface="Arial Narrow" panose="020B0606020202030204" pitchFamily="34" charset="0"/>
              </a:rPr>
              <a:t>Presented By: </a:t>
            </a:r>
            <a:r>
              <a:rPr lang="en-US" sz="4400" b="1" dirty="0" err="1" smtClean="0">
                <a:latin typeface="Arial Narrow" panose="020B0606020202030204" pitchFamily="34" charset="0"/>
              </a:rPr>
              <a:t>Emmanuela</a:t>
            </a:r>
            <a:r>
              <a:rPr lang="en-US" sz="4400" b="1" dirty="0" smtClean="0">
                <a:latin typeface="Arial Narrow" panose="020B0606020202030204" pitchFamily="34" charset="0"/>
              </a:rPr>
              <a:t> </a:t>
            </a:r>
            <a:r>
              <a:rPr lang="en-US" sz="4400" b="1" dirty="0" err="1" smtClean="0">
                <a:latin typeface="Arial Narrow" panose="020B0606020202030204" pitchFamily="34" charset="0"/>
              </a:rPr>
              <a:t>Obede</a:t>
            </a:r>
            <a:endParaRPr lang="en-US" sz="4400" b="1" dirty="0" smtClean="0">
              <a:latin typeface="Arial Narrow" panose="020B0606020202030204" pitchFamily="34" charset="0"/>
            </a:endParaRPr>
          </a:p>
          <a:p>
            <a:pPr algn="l"/>
            <a:r>
              <a:rPr lang="en-US" sz="4400" b="1" dirty="0" smtClean="0">
                <a:latin typeface="Arial Narrow" panose="020B0606020202030204" pitchFamily="34" charset="0"/>
              </a:rPr>
              <a:t>Reg:72314478</a:t>
            </a:r>
          </a:p>
          <a:p>
            <a:pPr algn="l"/>
            <a:r>
              <a:rPr lang="en-US" sz="4400" b="1" dirty="0" smtClean="0">
                <a:latin typeface="Arial Narrow" panose="020B0606020202030204" pitchFamily="34" charset="0"/>
              </a:rPr>
              <a:t>Course: BCA(CS)</a:t>
            </a:r>
          </a:p>
          <a:p>
            <a:pPr algn="l"/>
            <a:r>
              <a:rPr lang="en-US" sz="4400" b="1" dirty="0" smtClean="0">
                <a:latin typeface="Arial Narrow" panose="020B0606020202030204" pitchFamily="34" charset="0"/>
              </a:rPr>
              <a:t>Semester: 5</a:t>
            </a:r>
          </a:p>
          <a:p>
            <a:pPr algn="l"/>
            <a:r>
              <a:rPr lang="en-US" sz="4400" b="1" dirty="0" smtClean="0">
                <a:latin typeface="Arial Narrow" panose="020B0606020202030204" pitchFamily="34" charset="0"/>
              </a:rPr>
              <a:t>Agenda</a:t>
            </a:r>
            <a:r>
              <a:rPr lang="en-US" sz="5100" b="1" dirty="0" smtClean="0">
                <a:latin typeface="Arial Narrow" panose="020B0606020202030204" pitchFamily="34" charset="0"/>
              </a:rPr>
              <a:t>: </a:t>
            </a:r>
            <a:r>
              <a:rPr lang="en-US" sz="5100" dirty="0" smtClean="0">
                <a:latin typeface="Arial Narrow" panose="020B0606020202030204" pitchFamily="34" charset="0"/>
              </a:rPr>
              <a:t>We'll </a:t>
            </a:r>
            <a:r>
              <a:rPr lang="en-US" sz="5100" dirty="0">
                <a:latin typeface="Arial Narrow" panose="020B0606020202030204" pitchFamily="34" charset="0"/>
              </a:rPr>
              <a:t>cover Who we are, Our Core Services, Our Portfolio, and How to Contact </a:t>
            </a:r>
            <a:r>
              <a:rPr lang="en-US" sz="5100" dirty="0" smtClean="0">
                <a:latin typeface="Arial Narrow" panose="020B0606020202030204" pitchFamily="34" charset="0"/>
              </a:rPr>
              <a:t>us</a:t>
            </a:r>
          </a:p>
          <a:p>
            <a:r>
              <a:rPr lang="en-US" sz="5100" b="1" dirty="0" smtClean="0">
                <a:latin typeface="Arial Narrow" panose="020B0606020202030204" pitchFamily="34" charset="0"/>
              </a:rPr>
              <a:t>Presented To: </a:t>
            </a:r>
            <a:r>
              <a:rPr lang="en-US" sz="5100" b="1" dirty="0" err="1" smtClean="0">
                <a:latin typeface="Arial Narrow" panose="020B0606020202030204" pitchFamily="34" charset="0"/>
              </a:rPr>
              <a:t>Mr</a:t>
            </a:r>
            <a:r>
              <a:rPr lang="en-US" sz="5100" b="1" dirty="0" smtClean="0">
                <a:latin typeface="Arial Narrow" panose="020B0606020202030204" pitchFamily="34" charset="0"/>
              </a:rPr>
              <a:t> </a:t>
            </a:r>
            <a:r>
              <a:rPr lang="en-US" sz="5100" b="1" dirty="0" err="1" smtClean="0">
                <a:latin typeface="Arial Narrow" panose="020B0606020202030204" pitchFamily="34" charset="0"/>
              </a:rPr>
              <a:t>Prathvirasjsinghrathore</a:t>
            </a:r>
            <a:endParaRPr lang="en-US" sz="5100" b="1" dirty="0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162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smtClean="0"/>
              <a:t>Introduction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5894" y="1930400"/>
            <a:ext cx="4184035" cy="453571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5900" b="1" dirty="0">
                <a:latin typeface="Calibri" panose="020F0502020204030204" pitchFamily="34" charset="0"/>
                <a:cs typeface="Calibri" panose="020F0502020204030204" pitchFamily="34" charset="0"/>
              </a:rPr>
              <a:t>Content:</a:t>
            </a:r>
          </a:p>
          <a:p>
            <a:r>
              <a:rPr lang="en-US" sz="51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Professional, modern, and clean website design.</a:t>
            </a:r>
          </a:p>
          <a:p>
            <a:r>
              <a:rPr lang="en-US" sz="51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The main banner immediately states our core mission.</a:t>
            </a:r>
          </a:p>
          <a:p>
            <a:r>
              <a:rPr lang="en-US" sz="51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Key Quote: "We are interested in everything new in IT, security, and safety systems."</a:t>
            </a:r>
          </a:p>
          <a:p>
            <a:r>
              <a:rPr lang="en-US" sz="51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Builds trust and credibility from the very first second.</a:t>
            </a:r>
          </a:p>
          <a:p>
            <a:endParaRPr lang="en-US" sz="51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352" y="2348411"/>
            <a:ext cx="4184650" cy="333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55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034" y="322218"/>
            <a:ext cx="8596668" cy="87956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Who We Are - Top Techno</a:t>
            </a:r>
            <a:endParaRPr lang="en-US" sz="40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31074" y="1619794"/>
            <a:ext cx="4430295" cy="49638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Content:</a:t>
            </a:r>
            <a:endParaRPr lang="en-US" sz="2200" dirty="0"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IT solutions provider based in Sudan.</a:t>
            </a:r>
          </a:p>
          <a:p>
            <a:r>
              <a:rPr lang="en-US" sz="2200" b="1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Goal:</a:t>
            </a:r>
            <a:r>
              <a:rPr lang="en-US" sz="22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 To be among the best IT service providers in the country.</a:t>
            </a:r>
          </a:p>
          <a:p>
            <a:r>
              <a:rPr lang="en-US" sz="2200" b="1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Our Strength:</a:t>
            </a:r>
            <a:r>
              <a:rPr lang="en-US" sz="22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 Reliance on experienced cadres to achieve customer satisfaction</a:t>
            </a:r>
            <a:r>
              <a:rPr lang="en-US" sz="2200" dirty="0" smtClean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Core Focus Areas:</a:t>
            </a:r>
            <a:endParaRPr lang="en-US" sz="2200" dirty="0"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lvl="1"/>
            <a:r>
              <a:rPr lang="en-US" sz="22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Fire Detection Devices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Alarm Systems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Attendance Tracking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Network &amp; Internet Services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Computer Maintenance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347" y="1997855"/>
            <a:ext cx="4709280" cy="42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1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5691"/>
          </a:xfrm>
        </p:spPr>
        <p:txBody>
          <a:bodyPr/>
          <a:lstStyle/>
          <a:p>
            <a:pPr algn="ctr"/>
            <a:r>
              <a:rPr lang="en-US" b="1" dirty="0"/>
              <a:t>Our Core Services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2046"/>
            <a:ext cx="8596668" cy="462425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Content:</a:t>
            </a:r>
          </a:p>
          <a:p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Early Fire Detection: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 Audible alarm systems for safe evacuation.</a:t>
            </a:r>
          </a:p>
          <a:p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Alarm Systems: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 Electronic security for cars, offices, and homes against theft.</a:t>
            </a:r>
          </a:p>
          <a:p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Computer Maintenance: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 Periodic maintenance and prompt repair services.</a:t>
            </a:r>
          </a:p>
          <a:p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Clock In-Out Tracking: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 Modern fingerprint devices for attendance and access control.</a:t>
            </a:r>
          </a:p>
          <a:p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Network &amp; Internet Services: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 Secure communication infrastructure for businesses.</a:t>
            </a:r>
          </a:p>
          <a:p>
            <a:endParaRPr lang="en-US" sz="2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16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77334" y="104503"/>
            <a:ext cx="8596668" cy="105809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Our Portfolio</a:t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77334" y="1005841"/>
            <a:ext cx="8596668" cy="50355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Content: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Interactive portfolio gallery.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Visitors can click on service images for more details.</a:t>
            </a:r>
          </a:p>
          <a:p>
            <a:pPr marL="0" indent="0"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Examples: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CCTV: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 Complete surveillance systems for security.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Network Installation: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 Building smart, integrated networks.</a:t>
            </a:r>
          </a:p>
          <a:p>
            <a:pPr lvl="1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Fire Alarms: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 Manual and automated detection systems.</a:t>
            </a:r>
          </a:p>
          <a:p>
            <a:pPr marL="0" indent="0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Engaging and informative for potential clients.</a:t>
            </a:r>
          </a:p>
          <a:p>
            <a:pPr marL="0" indent="0">
              <a:buNone/>
            </a:pPr>
            <a:r>
              <a:rPr lang="en-US" sz="2800" dirty="0">
                <a:latin typeface="Arial Narrow" panose="020B0606020202030204" pitchFamily="34" charset="0"/>
              </a:rPr>
              <a:t/>
            </a:r>
            <a:br>
              <a:rPr lang="en-US" sz="2800" dirty="0">
                <a:latin typeface="Arial Narrow" panose="020B0606020202030204" pitchFamily="34" charset="0"/>
              </a:rPr>
            </a:br>
            <a:endParaRPr lang="en-US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87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Our Portfolio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863" y="1930400"/>
            <a:ext cx="4183062" cy="4110961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75225" y="1930400"/>
            <a:ext cx="4184650" cy="411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64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Reach Us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Contact Details: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Location: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Juba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Phone: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+211 994514139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Phone: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+211 918645705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Phone: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+211 922168992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Email: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emmanuelaobede@gmail.com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Connect With Us: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Facebook, Twitter, Google+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Skype, LinkedIn, YouTube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Flickr,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Pinterest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Easy to follow our updates.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402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447259"/>
            <a:ext cx="8763342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60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499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Website Design &amp; User Experience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4836"/>
            <a:ext cx="8596668" cy="44065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Content: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Responsive Design: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Works perfectly on desktop, tablet, and mobile.</a:t>
            </a:r>
          </a:p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Professional Look: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Trustworthy color scheme (blues/whites) and modern typography.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Easy Navigation: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Fixed menu at the top.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Jump to any section (Home, About, Services, Contact) instantly.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website itself demonstrates our technical skill.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7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1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5673"/>
            <a:ext cx="8596668" cy="429568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Top Techno is your 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professional, reliable, and comprehensive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partner for IT and security.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website is designed to clearly communicate our value and convert visitors into clients.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Final Call to Action: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Call: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+211 994514139</a:t>
            </a:r>
          </a:p>
          <a:p>
            <a:pPr lvl="1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Email: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 emmanuelaobede@gmail.com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438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2643" y="1953491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8000" dirty="0" smtClean="0"/>
              <a:t>THANK YOU!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1518038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</TotalTime>
  <Words>164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 Unicode MS</vt:lpstr>
      <vt:lpstr>Arial</vt:lpstr>
      <vt:lpstr>Arial Narrow</vt:lpstr>
      <vt:lpstr>Calibri</vt:lpstr>
      <vt:lpstr>Trebuchet MS</vt:lpstr>
      <vt:lpstr>Wingdings 3</vt:lpstr>
      <vt:lpstr>Facet</vt:lpstr>
      <vt:lpstr>Presentation Script: Top Techno IT Solutions </vt:lpstr>
      <vt:lpstr>Introduction</vt:lpstr>
      <vt:lpstr>Who We Are - Top Techno</vt:lpstr>
      <vt:lpstr>Our Core Services</vt:lpstr>
      <vt:lpstr>Our Portfolio  </vt:lpstr>
      <vt:lpstr>Our Portfolio</vt:lpstr>
      <vt:lpstr>How to Reach Us </vt:lpstr>
      <vt:lpstr>PowerPoint Presentation</vt:lpstr>
      <vt:lpstr>Website Design &amp; User Experience </vt:lpstr>
      <vt:lpstr>Conclusion </vt:lpstr>
      <vt:lpstr>THANK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Script: Top Techno IT Solutions</dc:title>
  <dc:creator>Microsoft account</dc:creator>
  <cp:lastModifiedBy>Microsoft account</cp:lastModifiedBy>
  <cp:revision>9</cp:revision>
  <dcterms:created xsi:type="dcterms:W3CDTF">2025-11-08T11:57:43Z</dcterms:created>
  <dcterms:modified xsi:type="dcterms:W3CDTF">2025-11-08T13:35:13Z</dcterms:modified>
</cp:coreProperties>
</file>